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8" r:id="rId2"/>
  </p:sldMasterIdLst>
  <p:sldIdLst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347" r:id="rId91"/>
    <p:sldId id="348" r:id="rId92"/>
    <p:sldId id="349" r:id="rId93"/>
    <p:sldId id="350" r:id="rId94"/>
    <p:sldId id="351" r:id="rId95"/>
    <p:sldId id="352" r:id="rId96"/>
    <p:sldId id="353" r:id="rId97"/>
    <p:sldId id="354" r:id="rId98"/>
    <p:sldId id="355" r:id="rId99"/>
    <p:sldId id="356" r:id="rId100"/>
    <p:sldId id="357" r:id="rId101"/>
    <p:sldId id="358" r:id="rId102"/>
    <p:sldId id="359" r:id="rId103"/>
    <p:sldId id="360" r:id="rId104"/>
    <p:sldId id="361" r:id="rId105"/>
    <p:sldId id="362" r:id="rId106"/>
    <p:sldId id="363" r:id="rId107"/>
    <p:sldId id="364" r:id="rId108"/>
    <p:sldId id="365" r:id="rId109"/>
    <p:sldId id="366" r:id="rId110"/>
    <p:sldId id="367" r:id="rId111"/>
    <p:sldId id="368" r:id="rId112"/>
  </p:sldIdLst>
  <p:sldSz cx="6858000" cy="9144000" type="screen4x3"/>
  <p:notesSz cx="6858000" cy="9144000"/>
  <p:defaultTextStyle>
    <a:defPPr>
      <a:defRPr lang="ko-KR"/>
    </a:defPPr>
    <a:lvl1pPr marL="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793" autoAdjust="0"/>
    <p:restoredTop sz="94660"/>
  </p:normalViewPr>
  <p:slideViewPr>
    <p:cSldViewPr snapToGrid="0">
      <p:cViewPr>
        <p:scale>
          <a:sx n="125" d="100"/>
          <a:sy n="125" d="100"/>
        </p:scale>
        <p:origin x="18" y="-17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102" Type="http://schemas.openxmlformats.org/officeDocument/2006/relationships/slide" Target="slides/slide100.xml"/><Relationship Id="rId110" Type="http://schemas.openxmlformats.org/officeDocument/2006/relationships/slide" Target="slides/slide108.xml"/><Relationship Id="rId115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13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1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slide" Target="slides/slide10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/>
          <p:cNvSpPr>
            <a:spLocks noGrp="1"/>
          </p:cNvSpPr>
          <p:nvPr>
            <p:ph type="body" sz="quarter" idx="10"/>
          </p:nvPr>
        </p:nvSpPr>
        <p:spPr>
          <a:xfrm>
            <a:off x="269678" y="1059111"/>
            <a:ext cx="4510385" cy="8784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/>
            </a:lvl1pPr>
            <a:lvl2pPr marL="192881" indent="0">
              <a:buNone/>
              <a:defRPr/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58184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627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163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073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32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281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603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91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730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828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605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98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/>
          <p:cNvSpPr>
            <a:spLocks noGrp="1"/>
          </p:cNvSpPr>
          <p:nvPr>
            <p:ph type="body" sz="quarter" idx="10"/>
          </p:nvPr>
        </p:nvSpPr>
        <p:spPr>
          <a:xfrm>
            <a:off x="269678" y="1239420"/>
            <a:ext cx="4510385" cy="8784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839313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23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385763" rtl="0" eaLnBrk="1" latinLnBrk="1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1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1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1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1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1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1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1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1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1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390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jpg"/><Relationship Id="rId4" Type="http://schemas.openxmlformats.org/officeDocument/2006/relationships/image" Target="../media/image28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4.jp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4.jpg"/><Relationship Id="rId4" Type="http://schemas.openxmlformats.org/officeDocument/2006/relationships/image" Target="../media/image53.jp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이영목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장중현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이항락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김승우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B4FC2A-E434-AF68-A3BF-875F29E85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75" y="2189580"/>
            <a:ext cx="42862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이현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문지용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EAD522B-35DA-D8DC-4DD0-E371B32C26EA}"/>
              </a:ext>
            </a:extLst>
          </p:cNvPr>
          <p:cNvGrpSpPr/>
          <p:nvPr/>
        </p:nvGrpSpPr>
        <p:grpSpPr>
          <a:xfrm>
            <a:off x="516425" y="2003535"/>
            <a:ext cx="5825151" cy="7026165"/>
            <a:chOff x="1182030" y="2117835"/>
            <a:chExt cx="5825151" cy="702616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F00E66E-87BF-9E5B-C514-E2867AE3E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4912" y="2117837"/>
              <a:ext cx="2972269" cy="7026163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8A34751-F592-4B5C-22C1-0AF9C3601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2030" y="2117835"/>
              <a:ext cx="2445983" cy="70261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정다현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허철웅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노지윤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FE8F23B-F1E8-A271-F176-F1E4042466E8}"/>
              </a:ext>
            </a:extLst>
          </p:cNvPr>
          <p:cNvGrpSpPr/>
          <p:nvPr/>
        </p:nvGrpSpPr>
        <p:grpSpPr>
          <a:xfrm>
            <a:off x="282124" y="2365828"/>
            <a:ext cx="6293752" cy="6560457"/>
            <a:chOff x="0" y="2365828"/>
            <a:chExt cx="6293752" cy="656045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2677B80-4843-44EE-6C7B-A414EB92C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365828"/>
              <a:ext cx="3027378" cy="6560457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6B8BF2E-DF0F-9A64-E3A0-A787368D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66374" y="2365828"/>
              <a:ext cx="3027378" cy="656045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강진욱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박효은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경태석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오정민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구강모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김광훈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김기영A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7422F05-35BE-65E3-0C3C-C6CE2ADC4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78" y="3451224"/>
            <a:ext cx="3089986" cy="411998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C54CB64-8064-E01B-48EB-089FDC39F9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338" y="3451224"/>
            <a:ext cx="3089986" cy="411998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김기영B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1EA3FAD-B2EF-635C-8700-026FE174D7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5875" y="1885950"/>
            <a:ext cx="4286249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김동현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김선숙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김성환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8819A63-1C3B-AE15-344C-09344C216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75" y="2247900"/>
            <a:ext cx="42862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한유지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69678" y="1239420"/>
            <a:ext cx="5585022" cy="878417"/>
          </a:xfrm>
        </p:spPr>
        <p:txBody>
          <a:bodyPr>
            <a:normAutofit/>
          </a:bodyPr>
          <a:lstStyle/>
          <a:p>
            <a:r>
              <a:t>김수현</a:t>
            </a:r>
            <a:r>
              <a:rPr lang="en-US" sz="2800"/>
              <a:t>(</a:t>
            </a:r>
            <a:r>
              <a:rPr lang="ko-KR" altLang="en-US" sz="2800"/>
              <a:t>서울특별시서울의료원</a:t>
            </a:r>
            <a:r>
              <a:rPr lang="en-US" sz="2800"/>
              <a:t>)</a:t>
            </a:r>
            <a:endParaRPr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30732C2-2CE0-3AFB-7523-1406684F4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460" y="1940037"/>
            <a:ext cx="2159081" cy="702616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김수현B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BDC02B5-CAF4-3BAA-35F2-6F9318C27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739" y="2359741"/>
            <a:ext cx="2940521" cy="643029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조경래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김영남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김영준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9F2E06D-A986-2EB0-A6AA-9866B9351003}"/>
              </a:ext>
            </a:extLst>
          </p:cNvPr>
          <p:cNvGrpSpPr/>
          <p:nvPr/>
        </p:nvGrpSpPr>
        <p:grpSpPr>
          <a:xfrm>
            <a:off x="150726" y="2600187"/>
            <a:ext cx="6556548" cy="4424564"/>
            <a:chOff x="150726" y="2600187"/>
            <a:chExt cx="6556548" cy="442456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84B4016-4DF0-D6AA-53BA-6C1DB0C94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2000" y="2600187"/>
              <a:ext cx="4675274" cy="4424564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996C9E6-5B7D-75AF-715A-5AEFC9F9B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726" y="2753768"/>
              <a:ext cx="1766215" cy="389606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김영찬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김영호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김윤석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040DE5-6730-C920-EAC3-2D04BEA03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75" y="2276475"/>
            <a:ext cx="32194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김은실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608FB46-F77B-55B4-1E46-B43728C31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75" y="2189580"/>
            <a:ext cx="42862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김정민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E064CA-01FD-47E7-77F8-833904A92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512" y="2295525"/>
            <a:ext cx="3990975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김제연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김주경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김준현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47D4466-7309-C81D-5867-AD724A35F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634"/>
          <a:stretch>
            <a:fillRect/>
          </a:stretch>
        </p:blipFill>
        <p:spPr>
          <a:xfrm>
            <a:off x="571500" y="6980655"/>
            <a:ext cx="5715000" cy="152199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CD1A942-702E-F0BB-E0E2-D4882EAB6D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0" y="1984375"/>
            <a:ext cx="25400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김지훈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D445BCB-FB19-D4CE-3594-EE660E637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7735" y="3365500"/>
            <a:ext cx="3141853" cy="36322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9E11048-90FC-2180-56CF-1C264030D6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13" y="3365500"/>
            <a:ext cx="2724150" cy="36322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김지희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E4940B-C057-73D8-D65D-A230D50E38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75" y="1962150"/>
            <a:ext cx="42862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이흥우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김해동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김현부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872668-375C-E387-EE48-4C2A31F1E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963" y="2311400"/>
            <a:ext cx="27051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김홍권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김홍래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나영우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68D8D53-1349-E8B6-8ADB-C9FE5983A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613" y="2387600"/>
            <a:ext cx="28384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남승우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B47867A-7E62-6F0B-7C62-51D74EEA4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46777" y="2278898"/>
            <a:ext cx="3164446" cy="562568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박경희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박기영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박소연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김장겸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노태성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박은숙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박종재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박철홍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서영미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손일웅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561E220-6D00-818A-CCB1-4D0A3DE54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2286000"/>
            <a:ext cx="5715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신명철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신정아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신천호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심명주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양대원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오영철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유문빈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유영상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6789207-9121-B75E-72C6-649BC1C397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25" y="1858388"/>
            <a:ext cx="2422841" cy="328520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3610E46-B135-1792-6544-0AA9CF0882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765" y="2074433"/>
            <a:ext cx="2004467" cy="468196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9F2C723-9C2B-5528-385F-2474C68CB3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0" y="5495864"/>
            <a:ext cx="2463906" cy="314541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3B9358D-61A9-B30E-4BEC-A141E453D0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013" y="2074433"/>
            <a:ext cx="2004467" cy="4681967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유현아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이경수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D93EAE-AF33-EF74-EA37-8B92D4D9F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48" y="3048000"/>
            <a:ext cx="2933700" cy="39116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D9637E4-06F8-5868-07EB-386A603385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852" y="3048000"/>
            <a:ext cx="2933700" cy="39116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이미덕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이보라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6A9732-FA53-489C-81F4-860E6A884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388" y="2628900"/>
            <a:ext cx="3057525" cy="40767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BD70694-7785-E0C2-37B3-A9EFA9A20E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88" y="2628900"/>
            <a:ext cx="3057525" cy="40767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이소영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이승문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이욱진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이정미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545695-8E4C-BF0E-3D02-DA3F2F54A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75" y="2367643"/>
            <a:ext cx="42862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이진우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DB28C2-CAF3-90DA-028F-5478524D2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75" y="2117837"/>
            <a:ext cx="42862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이창욱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98E5406-D190-CA81-753B-F68237253B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75" y="2189580"/>
            <a:ext cx="42862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김지원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이현호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이혜용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18D668-E22D-E011-B82D-D4263F39D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483" y="2117837"/>
            <a:ext cx="27051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윤상섭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임상수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B6B1110-053A-393E-07C4-946537037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75" y="2189580"/>
            <a:ext cx="42862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임선희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박희영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임지연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4F3F002-D39A-CF67-B367-4EF8E68DB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285875" y="1714500"/>
            <a:ext cx="42862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장세걸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정영훈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김민정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정윤건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정은숙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76C1DE9-232A-380B-95DD-DCA29B591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75" y="2189580"/>
            <a:ext cx="42862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김민 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정인아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6E5AF88-BF93-18A0-C58C-F806374CE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75" y="2117837"/>
            <a:ext cx="42862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정재원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김택수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정재현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조담래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8C064E-C47C-DF24-8D88-365E8AE74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66" y="2117837"/>
            <a:ext cx="2512135" cy="334951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B668259-A9C9-AB93-4233-FEB54F0B25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2117837"/>
            <a:ext cx="2512135" cy="33495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6940859-A432-F3CD-5DF1-FC8B9DA19E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28" b="30661"/>
          <a:stretch>
            <a:fillRect/>
          </a:stretch>
        </p:blipFill>
        <p:spPr>
          <a:xfrm>
            <a:off x="2429875" y="5943600"/>
            <a:ext cx="1998250" cy="280035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조성태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687EF77-18E3-7814-2BD7-D75B18A74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75" y="1968500"/>
            <a:ext cx="42862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조유나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조준성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조형준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C8A61E-DC6C-9C19-575B-033F03AC0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088" y="2286000"/>
            <a:ext cx="2638425" cy="5715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215A865-2F4E-9800-5C81-64C14307EA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87" y="2286000"/>
            <a:ext cx="2638425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고은지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40787F-B9FE-315B-CEFA-5A686B248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75" y="2189580"/>
            <a:ext cx="42862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b="1"/>
              <a:t>주유영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9DBF7F9-9C7B-FEDE-E459-7F3737DE6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75" y="2552700"/>
            <a:ext cx="42862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최민준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22C09F3-AED8-BDD7-D924-25F18C618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75" y="2189580"/>
            <a:ext cx="42862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최윤정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최성배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최영환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3A520D4-283E-6F01-D109-6FD1B5231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381077" y="5415245"/>
            <a:ext cx="2797969" cy="37306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CA92F00-A499-3C7C-89E9-724A10F05C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14" y="2022983"/>
            <a:ext cx="2412839" cy="321711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7CA740D-1E02-AE6B-3382-7FC9084F15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14" y="5462423"/>
            <a:ext cx="2412839" cy="321711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1A75735-4EE5-F197-DF2B-35F8445415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44" b="13817"/>
          <a:stretch>
            <a:fillRect/>
          </a:stretch>
        </p:blipFill>
        <p:spPr>
          <a:xfrm>
            <a:off x="3592408" y="2022983"/>
            <a:ext cx="2375307" cy="3672114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최지민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한민석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이슬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한민아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홍성화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홍창기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072E94-96E0-E147-0ED8-60E298A88B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5875" y="2189580"/>
            <a:ext cx="4286249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황상익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황건익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황의창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황치상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E29A9D-8B27-6FB5-04E8-6C90E37A04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3371" y="3391842"/>
            <a:ext cx="3301386" cy="295696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42840BB-F087-C960-A599-C9712C3E6A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06264" y="1850078"/>
            <a:ext cx="1868365" cy="571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맑은 고딕"/>
        <a:ea typeface="나눔스퀘어OTF Bold"/>
        <a:cs typeface=""/>
      </a:majorFont>
      <a:minorFont>
        <a:latin typeface="맑은 고딕"/>
        <a:ea typeface="나눔스퀘어OTF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디자인 사용자 지정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맑은 고딕"/>
        <a:ea typeface="나눔스퀘어OTF Bold"/>
        <a:cs typeface=""/>
      </a:majorFont>
      <a:minorFont>
        <a:latin typeface="맑은 고딕"/>
        <a:ea typeface="나눔스퀘어OTF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735</TotalTime>
  <Words>116</Words>
  <Application>Microsoft Office PowerPoint</Application>
  <PresentationFormat>화면 슬라이드 쇼(4:3)</PresentationFormat>
  <Paragraphs>110</Paragraphs>
  <Slides>110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110</vt:i4>
      </vt:variant>
    </vt:vector>
  </HeadingPairs>
  <TitlesOfParts>
    <vt:vector size="114" baseType="lpstr">
      <vt:lpstr>맑은 고딕</vt:lpstr>
      <vt:lpstr>Arial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dncom1208@naver.com</dc:creator>
  <cp:lastModifiedBy>시온 이</cp:lastModifiedBy>
  <cp:revision>10</cp:revision>
  <dcterms:created xsi:type="dcterms:W3CDTF">2024-06-25T08:15:56Z</dcterms:created>
  <dcterms:modified xsi:type="dcterms:W3CDTF">2026-03-11T05:09:05Z</dcterms:modified>
</cp:coreProperties>
</file>